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3" r:id="rId5"/>
    <p:sldId id="267" r:id="rId6"/>
    <p:sldId id="268" r:id="rId7"/>
    <p:sldId id="269" r:id="rId8"/>
    <p:sldId id="270" r:id="rId9"/>
    <p:sldId id="271" r:id="rId10"/>
    <p:sldId id="272" r:id="rId11"/>
    <p:sldId id="264" r:id="rId12"/>
    <p:sldId id="273" r:id="rId13"/>
    <p:sldId id="274" r:id="rId14"/>
    <p:sldId id="275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raj Supe" userId="5bdb6d8abe3e0c9c" providerId="LiveId" clId="{DCFAF65B-3205-47A8-BC28-362A0FBA0BE6}"/>
    <pc:docChg chg="undo custSel addSld delSld modSld sldOrd">
      <pc:chgData name="Dhiraj Supe" userId="5bdb6d8abe3e0c9c" providerId="LiveId" clId="{DCFAF65B-3205-47A8-BC28-362A0FBA0BE6}" dt="2026-10-11T08:05:21.617" v="2960" actId="207"/>
      <pc:docMkLst>
        <pc:docMk/>
      </pc:docMkLst>
      <pc:sldChg chg="addSp delSp modSp new mod setBg modClrScheme chgLayout">
        <pc:chgData name="Dhiraj Supe" userId="5bdb6d8abe3e0c9c" providerId="LiveId" clId="{DCFAF65B-3205-47A8-BC28-362A0FBA0BE6}" dt="2026-10-06T08:04:19.372" v="1272"/>
        <pc:sldMkLst>
          <pc:docMk/>
          <pc:sldMk cId="379357718" sldId="256"/>
        </pc:sldMkLst>
        <pc:spChg chg="add mod">
          <ac:chgData name="Dhiraj Supe" userId="5bdb6d8abe3e0c9c" providerId="LiveId" clId="{DCFAF65B-3205-47A8-BC28-362A0FBA0BE6}" dt="2026-10-06T07:31:38.788" v="128" actId="1076"/>
          <ac:spMkLst>
            <pc:docMk/>
            <pc:sldMk cId="379357718" sldId="256"/>
            <ac:spMk id="8" creationId="{F6F4FDAF-7532-889C-E096-72964747E380}"/>
          </ac:spMkLst>
        </pc:spChg>
        <pc:spChg chg="add mod">
          <ac:chgData name="Dhiraj Supe" userId="5bdb6d8abe3e0c9c" providerId="LiveId" clId="{DCFAF65B-3205-47A8-BC28-362A0FBA0BE6}" dt="2026-10-06T07:31:30.516" v="126" actId="1076"/>
          <ac:spMkLst>
            <pc:docMk/>
            <pc:sldMk cId="379357718" sldId="256"/>
            <ac:spMk id="10" creationId="{B7C7130E-B6AC-B615-9C9C-4E30CD458410}"/>
          </ac:spMkLst>
        </pc:spChg>
      </pc:sldChg>
      <pc:sldChg chg="addSp delSp modSp new mod setBg">
        <pc:chgData name="Dhiraj Supe" userId="5bdb6d8abe3e0c9c" providerId="LiveId" clId="{DCFAF65B-3205-47A8-BC28-362A0FBA0BE6}" dt="2026-10-11T07:42:55.470" v="2764" actId="2711"/>
        <pc:sldMkLst>
          <pc:docMk/>
          <pc:sldMk cId="588840222" sldId="257"/>
        </pc:sldMkLst>
        <pc:spChg chg="mod">
          <ac:chgData name="Dhiraj Supe" userId="5bdb6d8abe3e0c9c" providerId="LiveId" clId="{DCFAF65B-3205-47A8-BC28-362A0FBA0BE6}" dt="2026-10-06T07:58:37.055" v="951" actId="207"/>
          <ac:spMkLst>
            <pc:docMk/>
            <pc:sldMk cId="588840222" sldId="257"/>
            <ac:spMk id="2" creationId="{4E1C9723-336F-64BB-63A3-39FE5C555BC7}"/>
          </ac:spMkLst>
        </pc:spChg>
        <pc:spChg chg="add mod">
          <ac:chgData name="Dhiraj Supe" userId="5bdb6d8abe3e0c9c" providerId="LiveId" clId="{DCFAF65B-3205-47A8-BC28-362A0FBA0BE6}" dt="2026-10-06T08:21:43.502" v="2106" actId="207"/>
          <ac:spMkLst>
            <pc:docMk/>
            <pc:sldMk cId="588840222" sldId="257"/>
            <ac:spMk id="3" creationId="{9E1F68F3-C6AA-41A9-7881-02344F4042E0}"/>
          </ac:spMkLst>
        </pc:spChg>
        <pc:spChg chg="add mod">
          <ac:chgData name="Dhiraj Supe" userId="5bdb6d8abe3e0c9c" providerId="LiveId" clId="{DCFAF65B-3205-47A8-BC28-362A0FBA0BE6}" dt="2026-10-06T07:43:39.569" v="551" actId="207"/>
          <ac:spMkLst>
            <pc:docMk/>
            <pc:sldMk cId="588840222" sldId="257"/>
            <ac:spMk id="5" creationId="{3491A2A5-54EA-9757-C065-57619A05247F}"/>
          </ac:spMkLst>
        </pc:spChg>
        <pc:spChg chg="add mod">
          <ac:chgData name="Dhiraj Supe" userId="5bdb6d8abe3e0c9c" providerId="LiveId" clId="{DCFAF65B-3205-47A8-BC28-362A0FBA0BE6}" dt="2026-10-11T07:42:46.460" v="2763" actId="2711"/>
          <ac:spMkLst>
            <pc:docMk/>
            <pc:sldMk cId="588840222" sldId="257"/>
            <ac:spMk id="6" creationId="{D965967C-DF86-B793-A1C4-DFE9319C93FD}"/>
          </ac:spMkLst>
        </pc:spChg>
        <pc:spChg chg="add mod">
          <ac:chgData name="Dhiraj Supe" userId="5bdb6d8abe3e0c9c" providerId="LiveId" clId="{DCFAF65B-3205-47A8-BC28-362A0FBA0BE6}" dt="2026-10-11T07:42:55.470" v="2764" actId="2711"/>
          <ac:spMkLst>
            <pc:docMk/>
            <pc:sldMk cId="588840222" sldId="257"/>
            <ac:spMk id="8" creationId="{01C09868-6AB2-DAA4-EE91-A7405BAABC36}"/>
          </ac:spMkLst>
        </pc:spChg>
        <pc:picChg chg="add mod">
          <ac:chgData name="Dhiraj Supe" userId="5bdb6d8abe3e0c9c" providerId="LiveId" clId="{DCFAF65B-3205-47A8-BC28-362A0FBA0BE6}" dt="2026-10-11T04:41:30.264" v="2678" actId="1076"/>
          <ac:picMkLst>
            <pc:docMk/>
            <pc:sldMk cId="588840222" sldId="257"/>
            <ac:picMk id="7" creationId="{999E82D1-CA77-F77A-03A2-D9568AA864E8}"/>
          </ac:picMkLst>
        </pc:picChg>
      </pc:sldChg>
      <pc:sldChg chg="new del">
        <pc:chgData name="Dhiraj Supe" userId="5bdb6d8abe3e0c9c" providerId="LiveId" clId="{DCFAF65B-3205-47A8-BC28-362A0FBA0BE6}" dt="2026-10-06T07:56:41.690" v="935" actId="2696"/>
        <pc:sldMkLst>
          <pc:docMk/>
          <pc:sldMk cId="2097443287" sldId="258"/>
        </pc:sldMkLst>
      </pc:sldChg>
      <pc:sldChg chg="addSp delSp modSp add del mod setBg">
        <pc:chgData name="Dhiraj Supe" userId="5bdb6d8abe3e0c9c" providerId="LiveId" clId="{DCFAF65B-3205-47A8-BC28-362A0FBA0BE6}" dt="2026-10-06T09:29:28.308" v="2457" actId="2696"/>
        <pc:sldMkLst>
          <pc:docMk/>
          <pc:sldMk cId="3592022647" sldId="259"/>
        </pc:sldMkLst>
      </pc:sldChg>
      <pc:sldChg chg="delSp modSp add del mod">
        <pc:chgData name="Dhiraj Supe" userId="5bdb6d8abe3e0c9c" providerId="LiveId" clId="{DCFAF65B-3205-47A8-BC28-362A0FBA0BE6}" dt="2026-10-11T07:41:06.896" v="2760" actId="2696"/>
        <pc:sldMkLst>
          <pc:docMk/>
          <pc:sldMk cId="3202610375" sldId="260"/>
        </pc:sldMkLst>
      </pc:sldChg>
      <pc:sldChg chg="addSp delSp modSp add mod ord">
        <pc:chgData name="Dhiraj Supe" userId="5bdb6d8abe3e0c9c" providerId="LiveId" clId="{DCFAF65B-3205-47A8-BC28-362A0FBA0BE6}" dt="2026-10-11T07:42:24.345" v="2762" actId="2711"/>
        <pc:sldMkLst>
          <pc:docMk/>
          <pc:sldMk cId="3656246593" sldId="261"/>
        </pc:sldMkLst>
        <pc:spChg chg="mod">
          <ac:chgData name="Dhiraj Supe" userId="5bdb6d8abe3e0c9c" providerId="LiveId" clId="{DCFAF65B-3205-47A8-BC28-362A0FBA0BE6}" dt="2026-10-06T08:21:51.877" v="2107" actId="207"/>
          <ac:spMkLst>
            <pc:docMk/>
            <pc:sldMk cId="3656246593" sldId="261"/>
            <ac:spMk id="3" creationId="{51D8BCAB-6975-FAA5-573F-1F8CF32FE4DF}"/>
          </ac:spMkLst>
        </pc:spChg>
        <pc:spChg chg="add mod">
          <ac:chgData name="Dhiraj Supe" userId="5bdb6d8abe3e0c9c" providerId="LiveId" clId="{DCFAF65B-3205-47A8-BC28-362A0FBA0BE6}" dt="2026-10-06T08:22:58.031" v="2120"/>
          <ac:spMkLst>
            <pc:docMk/>
            <pc:sldMk cId="3656246593" sldId="261"/>
            <ac:spMk id="9" creationId="{9E2B79F8-073D-5E2F-B951-A20B8C22FAA1}"/>
          </ac:spMkLst>
        </pc:spChg>
        <pc:spChg chg="add mod">
          <ac:chgData name="Dhiraj Supe" userId="5bdb6d8abe3e0c9c" providerId="LiveId" clId="{DCFAF65B-3205-47A8-BC28-362A0FBA0BE6}" dt="2026-10-06T08:23:10.915" v="2122" actId="1076"/>
          <ac:spMkLst>
            <pc:docMk/>
            <pc:sldMk cId="3656246593" sldId="261"/>
            <ac:spMk id="10" creationId="{5E13AE11-EDEE-8F08-A53C-6D1677041B8A}"/>
          </ac:spMkLst>
        </pc:spChg>
        <pc:spChg chg="add mod">
          <ac:chgData name="Dhiraj Supe" userId="5bdb6d8abe3e0c9c" providerId="LiveId" clId="{DCFAF65B-3205-47A8-BC28-362A0FBA0BE6}" dt="2026-10-11T07:42:24.345" v="2762" actId="2711"/>
          <ac:spMkLst>
            <pc:docMk/>
            <pc:sldMk cId="3656246593" sldId="261"/>
            <ac:spMk id="11" creationId="{5DB841C2-2108-67EE-D94E-06BB926DC998}"/>
          </ac:spMkLst>
        </pc:spChg>
      </pc:sldChg>
      <pc:sldChg chg="addSp delSp modSp add del mod">
        <pc:chgData name="Dhiraj Supe" userId="5bdb6d8abe3e0c9c" providerId="LiveId" clId="{DCFAF65B-3205-47A8-BC28-362A0FBA0BE6}" dt="2026-10-06T09:29:24.520" v="2456" actId="2696"/>
        <pc:sldMkLst>
          <pc:docMk/>
          <pc:sldMk cId="3959750732" sldId="262"/>
        </pc:sldMkLst>
      </pc:sldChg>
      <pc:sldChg chg="addSp delSp modSp add mod">
        <pc:chgData name="Dhiraj Supe" userId="5bdb6d8abe3e0c9c" providerId="LiveId" clId="{DCFAF65B-3205-47A8-BC28-362A0FBA0BE6}" dt="2026-10-11T07:54:41.132" v="2850" actId="255"/>
        <pc:sldMkLst>
          <pc:docMk/>
          <pc:sldMk cId="4021686094" sldId="263"/>
        </pc:sldMkLst>
        <pc:spChg chg="del">
          <ac:chgData name="Dhiraj Supe" userId="5bdb6d8abe3e0c9c" providerId="LiveId" clId="{DCFAF65B-3205-47A8-BC28-362A0FBA0BE6}" dt="2026-10-11T04:42:12.482" v="2680" actId="21"/>
          <ac:spMkLst>
            <pc:docMk/>
            <pc:sldMk cId="4021686094" sldId="263"/>
            <ac:spMk id="3" creationId="{DBDCEA7C-BF07-34C1-46A9-4B30312FCE0A}"/>
          </ac:spMkLst>
        </pc:spChg>
        <pc:spChg chg="del">
          <ac:chgData name="Dhiraj Supe" userId="5bdb6d8abe3e0c9c" providerId="LiveId" clId="{DCFAF65B-3205-47A8-BC28-362A0FBA0BE6}" dt="2026-10-11T04:42:17.101" v="2681" actId="21"/>
          <ac:spMkLst>
            <pc:docMk/>
            <pc:sldMk cId="4021686094" sldId="263"/>
            <ac:spMk id="6" creationId="{304A6952-4737-0655-BB34-21A57E5BD556}"/>
          </ac:spMkLst>
        </pc:spChg>
        <pc:spChg chg="mod">
          <ac:chgData name="Dhiraj Supe" userId="5bdb6d8abe3e0c9c" providerId="LiveId" clId="{DCFAF65B-3205-47A8-BC28-362A0FBA0BE6}" dt="2026-10-11T07:54:41.132" v="2850" actId="255"/>
          <ac:spMkLst>
            <pc:docMk/>
            <pc:sldMk cId="4021686094" sldId="263"/>
            <ac:spMk id="7" creationId="{B62834F3-D4B1-0A2E-DF1F-54DD634BFEA9}"/>
          </ac:spMkLst>
        </pc:spChg>
        <pc:spChg chg="del">
          <ac:chgData name="Dhiraj Supe" userId="5bdb6d8abe3e0c9c" providerId="LiveId" clId="{DCFAF65B-3205-47A8-BC28-362A0FBA0BE6}" dt="2026-10-11T04:18:13.499" v="2666" actId="21"/>
          <ac:spMkLst>
            <pc:docMk/>
            <pc:sldMk cId="4021686094" sldId="263"/>
            <ac:spMk id="9" creationId="{5BE81309-EB30-E302-B947-753B2BD19F0E}"/>
          </ac:spMkLst>
        </pc:spChg>
        <pc:spChg chg="del">
          <ac:chgData name="Dhiraj Supe" userId="5bdb6d8abe3e0c9c" providerId="LiveId" clId="{DCFAF65B-3205-47A8-BC28-362A0FBA0BE6}" dt="2026-10-11T04:18:16.887" v="2667" actId="21"/>
          <ac:spMkLst>
            <pc:docMk/>
            <pc:sldMk cId="4021686094" sldId="263"/>
            <ac:spMk id="10" creationId="{A7DF04D8-E7C5-F82B-68C3-6C55437FC011}"/>
          </ac:spMkLst>
        </pc:spChg>
        <pc:spChg chg="del">
          <ac:chgData name="Dhiraj Supe" userId="5bdb6d8abe3e0c9c" providerId="LiveId" clId="{DCFAF65B-3205-47A8-BC28-362A0FBA0BE6}" dt="2026-10-11T04:18:20.559" v="2668" actId="21"/>
          <ac:spMkLst>
            <pc:docMk/>
            <pc:sldMk cId="4021686094" sldId="263"/>
            <ac:spMk id="11" creationId="{85917B56-DD3E-AC64-3594-4C11F5DB8AEE}"/>
          </ac:spMkLst>
        </pc:spChg>
        <pc:picChg chg="add mod">
          <ac:chgData name="Dhiraj Supe" userId="5bdb6d8abe3e0c9c" providerId="LiveId" clId="{DCFAF65B-3205-47A8-BC28-362A0FBA0BE6}" dt="2026-10-11T07:45:53.558" v="2792" actId="1076"/>
          <ac:picMkLst>
            <pc:docMk/>
            <pc:sldMk cId="4021686094" sldId="263"/>
            <ac:picMk id="5" creationId="{D6F817AE-3CFE-652B-8090-63B3280D1CFE}"/>
          </ac:picMkLst>
        </pc:picChg>
        <pc:cxnChg chg="add mod">
          <ac:chgData name="Dhiraj Supe" userId="5bdb6d8abe3e0c9c" providerId="LiveId" clId="{DCFAF65B-3205-47A8-BC28-362A0FBA0BE6}" dt="2026-10-11T07:48:09.078" v="2807" actId="1076"/>
          <ac:cxnSpMkLst>
            <pc:docMk/>
            <pc:sldMk cId="4021686094" sldId="263"/>
            <ac:cxnSpMk id="8" creationId="{2FADFBAA-C7D2-B3D1-1DFD-7B76B5EC82D7}"/>
          </ac:cxnSpMkLst>
        </pc:cxnChg>
      </pc:sldChg>
      <pc:sldChg chg="addSp delSp modSp add del mod">
        <pc:chgData name="Dhiraj Supe" userId="5bdb6d8abe3e0c9c" providerId="LiveId" clId="{DCFAF65B-3205-47A8-BC28-362A0FBA0BE6}" dt="2026-10-06T09:29:32.712" v="2458" actId="2696"/>
        <pc:sldMkLst>
          <pc:docMk/>
          <pc:sldMk cId="629941763" sldId="264"/>
        </pc:sldMkLst>
      </pc:sldChg>
      <pc:sldChg chg="addSp delSp modSp add del mod ord">
        <pc:chgData name="Dhiraj Supe" userId="5bdb6d8abe3e0c9c" providerId="LiveId" clId="{DCFAF65B-3205-47A8-BC28-362A0FBA0BE6}" dt="2026-10-06T09:34:33.973" v="2491" actId="2696"/>
        <pc:sldMkLst>
          <pc:docMk/>
          <pc:sldMk cId="1679670329" sldId="264"/>
        </pc:sldMkLst>
      </pc:sldChg>
      <pc:sldChg chg="addSp delSp modSp add mod">
        <pc:chgData name="Dhiraj Supe" userId="5bdb6d8abe3e0c9c" providerId="LiveId" clId="{DCFAF65B-3205-47A8-BC28-362A0FBA0BE6}" dt="2026-10-06T09:45:33.240" v="2542" actId="14100"/>
        <pc:sldMkLst>
          <pc:docMk/>
          <pc:sldMk cId="3433404524" sldId="264"/>
        </pc:sldMkLst>
        <pc:spChg chg="mod">
          <ac:chgData name="Dhiraj Supe" userId="5bdb6d8abe3e0c9c" providerId="LiveId" clId="{DCFAF65B-3205-47A8-BC28-362A0FBA0BE6}" dt="2026-10-06T09:35:45.838" v="2539" actId="27636"/>
          <ac:spMkLst>
            <pc:docMk/>
            <pc:sldMk cId="3433404524" sldId="264"/>
            <ac:spMk id="3" creationId="{9C362032-9BA4-3756-4B9A-D1B161BD3687}"/>
          </ac:spMkLst>
        </pc:spChg>
        <pc:picChg chg="add mod">
          <ac:chgData name="Dhiraj Supe" userId="5bdb6d8abe3e0c9c" providerId="LiveId" clId="{DCFAF65B-3205-47A8-BC28-362A0FBA0BE6}" dt="2026-10-06T09:45:33.240" v="2542" actId="14100"/>
          <ac:picMkLst>
            <pc:docMk/>
            <pc:sldMk cId="3433404524" sldId="264"/>
            <ac:picMk id="5" creationId="{7DBF7E39-7468-41C4-C97B-13EE5BD422F3}"/>
          </ac:picMkLst>
        </pc:picChg>
      </pc:sldChg>
      <pc:sldChg chg="delSp modSp add mod">
        <pc:chgData name="Dhiraj Supe" userId="5bdb6d8abe3e0c9c" providerId="LiveId" clId="{DCFAF65B-3205-47A8-BC28-362A0FBA0BE6}" dt="2026-10-06T09:52:21.692" v="2664" actId="207"/>
        <pc:sldMkLst>
          <pc:docMk/>
          <pc:sldMk cId="2580449681" sldId="265"/>
        </pc:sldMkLst>
        <pc:spChg chg="mod">
          <ac:chgData name="Dhiraj Supe" userId="5bdb6d8abe3e0c9c" providerId="LiveId" clId="{DCFAF65B-3205-47A8-BC28-362A0FBA0BE6}" dt="2026-10-06T09:52:21.692" v="2664" actId="207"/>
          <ac:spMkLst>
            <pc:docMk/>
            <pc:sldMk cId="2580449681" sldId="265"/>
            <ac:spMk id="3" creationId="{D2644628-BA64-BDE5-3F40-550B2A0BDFF3}"/>
          </ac:spMkLst>
        </pc:spChg>
      </pc:sldChg>
      <pc:sldChg chg="add del">
        <pc:chgData name="Dhiraj Supe" userId="5bdb6d8abe3e0c9c" providerId="LiveId" clId="{DCFAF65B-3205-47A8-BC28-362A0FBA0BE6}" dt="2026-10-11T06:50:14.687" v="2722" actId="2696"/>
        <pc:sldMkLst>
          <pc:docMk/>
          <pc:sldMk cId="204303415" sldId="266"/>
        </pc:sldMkLst>
      </pc:sldChg>
      <pc:sldChg chg="addSp delSp modSp add mod">
        <pc:chgData name="Dhiraj Supe" userId="5bdb6d8abe3e0c9c" providerId="LiveId" clId="{DCFAF65B-3205-47A8-BC28-362A0FBA0BE6}" dt="2026-10-11T07:54:11.790" v="2849" actId="255"/>
        <pc:sldMkLst>
          <pc:docMk/>
          <pc:sldMk cId="2755342953" sldId="267"/>
        </pc:sldMkLst>
        <pc:spChg chg="del">
          <ac:chgData name="Dhiraj Supe" userId="5bdb6d8abe3e0c9c" providerId="LiveId" clId="{DCFAF65B-3205-47A8-BC28-362A0FBA0BE6}" dt="2026-10-11T04:42:43.268" v="2687" actId="21"/>
          <ac:spMkLst>
            <pc:docMk/>
            <pc:sldMk cId="2755342953" sldId="267"/>
            <ac:spMk id="3" creationId="{99CC92DC-1687-B1DC-698A-CEAFBB61F155}"/>
          </ac:spMkLst>
        </pc:spChg>
        <pc:spChg chg="add mod">
          <ac:chgData name="Dhiraj Supe" userId="5bdb6d8abe3e0c9c" providerId="LiveId" clId="{DCFAF65B-3205-47A8-BC28-362A0FBA0BE6}" dt="2026-10-11T07:54:11.790" v="2849" actId="255"/>
          <ac:spMkLst>
            <pc:docMk/>
            <pc:sldMk cId="2755342953" sldId="267"/>
            <ac:spMk id="4" creationId="{2192B0F7-879E-8B68-8C4C-C4EA0DFEF21E}"/>
          </ac:spMkLst>
        </pc:spChg>
        <pc:spChg chg="del">
          <ac:chgData name="Dhiraj Supe" userId="5bdb6d8abe3e0c9c" providerId="LiveId" clId="{DCFAF65B-3205-47A8-BC28-362A0FBA0BE6}" dt="2026-10-11T04:42:45.708" v="2688" actId="21"/>
          <ac:spMkLst>
            <pc:docMk/>
            <pc:sldMk cId="2755342953" sldId="267"/>
            <ac:spMk id="6" creationId="{059EB8B6-B215-E5EB-5367-96200D62BBB8}"/>
          </ac:spMkLst>
        </pc:spChg>
        <pc:spChg chg="del">
          <ac:chgData name="Dhiraj Supe" userId="5bdb6d8abe3e0c9c" providerId="LiveId" clId="{DCFAF65B-3205-47A8-BC28-362A0FBA0BE6}" dt="2026-10-11T04:43:03.638" v="2690" actId="21"/>
          <ac:spMkLst>
            <pc:docMk/>
            <pc:sldMk cId="2755342953" sldId="267"/>
            <ac:spMk id="7" creationId="{EBB7623A-3779-F607-1302-BD0AC6D728FF}"/>
          </ac:spMkLst>
        </pc:spChg>
        <pc:picChg chg="del">
          <ac:chgData name="Dhiraj Supe" userId="5bdb6d8abe3e0c9c" providerId="LiveId" clId="{DCFAF65B-3205-47A8-BC28-362A0FBA0BE6}" dt="2026-10-11T04:42:58.465" v="2689" actId="21"/>
          <ac:picMkLst>
            <pc:docMk/>
            <pc:sldMk cId="2755342953" sldId="267"/>
            <ac:picMk id="5" creationId="{7FD53635-BD72-AFBC-8F1A-E47994515C7F}"/>
          </ac:picMkLst>
        </pc:picChg>
        <pc:picChg chg="add mod">
          <ac:chgData name="Dhiraj Supe" userId="5bdb6d8abe3e0c9c" providerId="LiveId" clId="{DCFAF65B-3205-47A8-BC28-362A0FBA0BE6}" dt="2026-10-11T07:45:49.951" v="2791" actId="1076"/>
          <ac:picMkLst>
            <pc:docMk/>
            <pc:sldMk cId="2755342953" sldId="267"/>
            <ac:picMk id="9" creationId="{4874B911-A052-CEC8-FA0B-85202B8F33AB}"/>
          </ac:picMkLst>
        </pc:picChg>
        <pc:cxnChg chg="add mod">
          <ac:chgData name="Dhiraj Supe" userId="5bdb6d8abe3e0c9c" providerId="LiveId" clId="{DCFAF65B-3205-47A8-BC28-362A0FBA0BE6}" dt="2026-10-11T07:48:32.055" v="2811" actId="1076"/>
          <ac:cxnSpMkLst>
            <pc:docMk/>
            <pc:sldMk cId="2755342953" sldId="267"/>
            <ac:cxnSpMk id="10" creationId="{DF30B881-2E06-1634-C60C-A602A2B64613}"/>
          </ac:cxnSpMkLst>
        </pc:cxnChg>
      </pc:sldChg>
      <pc:sldChg chg="addSp delSp modSp add mod">
        <pc:chgData name="Dhiraj Supe" userId="5bdb6d8abe3e0c9c" providerId="LiveId" clId="{DCFAF65B-3205-47A8-BC28-362A0FBA0BE6}" dt="2026-10-11T07:54:02.568" v="2848" actId="255"/>
        <pc:sldMkLst>
          <pc:docMk/>
          <pc:sldMk cId="3866232188" sldId="268"/>
        </pc:sldMkLst>
        <pc:spChg chg="add mod">
          <ac:chgData name="Dhiraj Supe" userId="5bdb6d8abe3e0c9c" providerId="LiveId" clId="{DCFAF65B-3205-47A8-BC28-362A0FBA0BE6}" dt="2026-10-11T07:54:02.568" v="2848" actId="255"/>
          <ac:spMkLst>
            <pc:docMk/>
            <pc:sldMk cId="3866232188" sldId="268"/>
            <ac:spMk id="3" creationId="{14C665AF-AF1B-6C0D-2E82-3E9A3E10700D}"/>
          </ac:spMkLst>
        </pc:spChg>
        <pc:spChg chg="del">
          <ac:chgData name="Dhiraj Supe" userId="5bdb6d8abe3e0c9c" providerId="LiveId" clId="{DCFAF65B-3205-47A8-BC28-362A0FBA0BE6}" dt="2026-10-11T06:42:29.628" v="2696" actId="21"/>
          <ac:spMkLst>
            <pc:docMk/>
            <pc:sldMk cId="3866232188" sldId="268"/>
            <ac:spMk id="4" creationId="{28521662-B3B7-8418-C951-97A3E216420F}"/>
          </ac:spMkLst>
        </pc:spChg>
        <pc:picChg chg="add mod">
          <ac:chgData name="Dhiraj Supe" userId="5bdb6d8abe3e0c9c" providerId="LiveId" clId="{DCFAF65B-3205-47A8-BC28-362A0FBA0BE6}" dt="2026-10-11T07:45:46.582" v="2790" actId="1076"/>
          <ac:picMkLst>
            <pc:docMk/>
            <pc:sldMk cId="3866232188" sldId="268"/>
            <ac:picMk id="6" creationId="{96D19856-285B-74C7-0846-E2F65C65A18F}"/>
          </ac:picMkLst>
        </pc:picChg>
        <pc:picChg chg="del">
          <ac:chgData name="Dhiraj Supe" userId="5bdb6d8abe3e0c9c" providerId="LiveId" clId="{DCFAF65B-3205-47A8-BC28-362A0FBA0BE6}" dt="2026-10-11T06:42:33.324" v="2697" actId="21"/>
          <ac:picMkLst>
            <pc:docMk/>
            <pc:sldMk cId="3866232188" sldId="268"/>
            <ac:picMk id="9" creationId="{C753D277-BDAF-4050-4AFE-8ECE37B2FEC0}"/>
          </ac:picMkLst>
        </pc:picChg>
        <pc:cxnChg chg="add mod">
          <ac:chgData name="Dhiraj Supe" userId="5bdb6d8abe3e0c9c" providerId="LiveId" clId="{DCFAF65B-3205-47A8-BC28-362A0FBA0BE6}" dt="2026-10-11T07:48:47.134" v="2813" actId="1076"/>
          <ac:cxnSpMkLst>
            <pc:docMk/>
            <pc:sldMk cId="3866232188" sldId="268"/>
            <ac:cxnSpMk id="7" creationId="{ED225ABF-6EF7-76DC-97FE-7A85706E8980}"/>
          </ac:cxnSpMkLst>
        </pc:cxnChg>
      </pc:sldChg>
      <pc:sldChg chg="addSp delSp modSp add mod">
        <pc:chgData name="Dhiraj Supe" userId="5bdb6d8abe3e0c9c" providerId="LiveId" clId="{DCFAF65B-3205-47A8-BC28-362A0FBA0BE6}" dt="2026-10-11T07:53:51.103" v="2847" actId="255"/>
        <pc:sldMkLst>
          <pc:docMk/>
          <pc:sldMk cId="226225588" sldId="269"/>
        </pc:sldMkLst>
        <pc:spChg chg="del">
          <ac:chgData name="Dhiraj Supe" userId="5bdb6d8abe3e0c9c" providerId="LiveId" clId="{DCFAF65B-3205-47A8-BC28-362A0FBA0BE6}" dt="2026-10-11T06:45:58.982" v="2705" actId="21"/>
          <ac:spMkLst>
            <pc:docMk/>
            <pc:sldMk cId="226225588" sldId="269"/>
            <ac:spMk id="3" creationId="{9FB46CDB-9F1B-8B31-E3F8-D42B4B03EA24}"/>
          </ac:spMkLst>
        </pc:spChg>
        <pc:spChg chg="add mod">
          <ac:chgData name="Dhiraj Supe" userId="5bdb6d8abe3e0c9c" providerId="LiveId" clId="{DCFAF65B-3205-47A8-BC28-362A0FBA0BE6}" dt="2026-10-11T07:53:51.103" v="2847" actId="255"/>
          <ac:spMkLst>
            <pc:docMk/>
            <pc:sldMk cId="226225588" sldId="269"/>
            <ac:spMk id="4" creationId="{8B98D8F7-9E25-E008-1FE5-DFE5E985B696}"/>
          </ac:spMkLst>
        </pc:spChg>
        <pc:picChg chg="del">
          <ac:chgData name="Dhiraj Supe" userId="5bdb6d8abe3e0c9c" providerId="LiveId" clId="{DCFAF65B-3205-47A8-BC28-362A0FBA0BE6}" dt="2026-10-11T06:46:01.095" v="2706" actId="21"/>
          <ac:picMkLst>
            <pc:docMk/>
            <pc:sldMk cId="226225588" sldId="269"/>
            <ac:picMk id="6" creationId="{603A0DA6-8949-A886-50BD-0B210A2DB439}"/>
          </ac:picMkLst>
        </pc:picChg>
        <pc:picChg chg="add mod">
          <ac:chgData name="Dhiraj Supe" userId="5bdb6d8abe3e0c9c" providerId="LiveId" clId="{DCFAF65B-3205-47A8-BC28-362A0FBA0BE6}" dt="2026-10-11T07:45:41.895" v="2789" actId="1076"/>
          <ac:picMkLst>
            <pc:docMk/>
            <pc:sldMk cId="226225588" sldId="269"/>
            <ac:picMk id="7" creationId="{4BB262EF-5E34-BD6B-950D-287C1B8253A6}"/>
          </ac:picMkLst>
        </pc:picChg>
        <pc:cxnChg chg="add mod">
          <ac:chgData name="Dhiraj Supe" userId="5bdb6d8abe3e0c9c" providerId="LiveId" clId="{DCFAF65B-3205-47A8-BC28-362A0FBA0BE6}" dt="2026-10-11T07:49:00.494" v="2815" actId="1076"/>
          <ac:cxnSpMkLst>
            <pc:docMk/>
            <pc:sldMk cId="226225588" sldId="269"/>
            <ac:cxnSpMk id="8" creationId="{58A8D559-02F0-1D6C-9BF7-9C5F4AB77F35}"/>
          </ac:cxnSpMkLst>
        </pc:cxnChg>
      </pc:sldChg>
      <pc:sldChg chg="addSp delSp modSp add mod">
        <pc:chgData name="Dhiraj Supe" userId="5bdb6d8abe3e0c9c" providerId="LiveId" clId="{DCFAF65B-3205-47A8-BC28-362A0FBA0BE6}" dt="2026-10-11T07:53:40.029" v="2846" actId="255"/>
        <pc:sldMkLst>
          <pc:docMk/>
          <pc:sldMk cId="936482687" sldId="270"/>
        </pc:sldMkLst>
        <pc:spChg chg="add mod">
          <ac:chgData name="Dhiraj Supe" userId="5bdb6d8abe3e0c9c" providerId="LiveId" clId="{DCFAF65B-3205-47A8-BC28-362A0FBA0BE6}" dt="2026-10-11T07:53:40.029" v="2846" actId="255"/>
          <ac:spMkLst>
            <pc:docMk/>
            <pc:sldMk cId="936482687" sldId="270"/>
            <ac:spMk id="3" creationId="{EBAAD39D-C9FD-2FD2-6FCF-4438686EDE26}"/>
          </ac:spMkLst>
        </pc:spChg>
        <pc:spChg chg="del">
          <ac:chgData name="Dhiraj Supe" userId="5bdb6d8abe3e0c9c" providerId="LiveId" clId="{DCFAF65B-3205-47A8-BC28-362A0FBA0BE6}" dt="2026-10-11T06:50:29.806" v="2724" actId="21"/>
          <ac:spMkLst>
            <pc:docMk/>
            <pc:sldMk cId="936482687" sldId="270"/>
            <ac:spMk id="4" creationId="{D27E1233-BFA1-DE7F-597C-9066ADC94AC3}"/>
          </ac:spMkLst>
        </pc:spChg>
        <pc:picChg chg="add mod">
          <ac:chgData name="Dhiraj Supe" userId="5bdb6d8abe3e0c9c" providerId="LiveId" clId="{DCFAF65B-3205-47A8-BC28-362A0FBA0BE6}" dt="2026-10-11T07:45:35.480" v="2788" actId="1076"/>
          <ac:picMkLst>
            <pc:docMk/>
            <pc:sldMk cId="936482687" sldId="270"/>
            <ac:picMk id="6" creationId="{B0EAA236-4383-02F4-A6A7-AB33AD236D82}"/>
          </ac:picMkLst>
        </pc:picChg>
        <pc:picChg chg="del">
          <ac:chgData name="Dhiraj Supe" userId="5bdb6d8abe3e0c9c" providerId="LiveId" clId="{DCFAF65B-3205-47A8-BC28-362A0FBA0BE6}" dt="2026-10-11T06:50:32.053" v="2725" actId="21"/>
          <ac:picMkLst>
            <pc:docMk/>
            <pc:sldMk cId="936482687" sldId="270"/>
            <ac:picMk id="7" creationId="{B5E55A18-EC4D-EB83-34ED-ED58CBB32982}"/>
          </ac:picMkLst>
        </pc:picChg>
        <pc:cxnChg chg="add mod">
          <ac:chgData name="Dhiraj Supe" userId="5bdb6d8abe3e0c9c" providerId="LiveId" clId="{DCFAF65B-3205-47A8-BC28-362A0FBA0BE6}" dt="2026-10-11T07:49:17.551" v="2817" actId="1076"/>
          <ac:cxnSpMkLst>
            <pc:docMk/>
            <pc:sldMk cId="936482687" sldId="270"/>
            <ac:cxnSpMk id="8" creationId="{314F14CF-1E42-9C7E-7AC8-62D76C88C705}"/>
          </ac:cxnSpMkLst>
        </pc:cxnChg>
      </pc:sldChg>
      <pc:sldChg chg="addSp delSp modSp add mod">
        <pc:chgData name="Dhiraj Supe" userId="5bdb6d8abe3e0c9c" providerId="LiveId" clId="{DCFAF65B-3205-47A8-BC28-362A0FBA0BE6}" dt="2026-10-11T07:53:30.804" v="2845" actId="255"/>
        <pc:sldMkLst>
          <pc:docMk/>
          <pc:sldMk cId="280749685" sldId="271"/>
        </pc:sldMkLst>
        <pc:spChg chg="del">
          <ac:chgData name="Dhiraj Supe" userId="5bdb6d8abe3e0c9c" providerId="LiveId" clId="{DCFAF65B-3205-47A8-BC28-362A0FBA0BE6}" dt="2026-10-11T06:53:36.664" v="2738" actId="21"/>
          <ac:spMkLst>
            <pc:docMk/>
            <pc:sldMk cId="280749685" sldId="271"/>
            <ac:spMk id="3" creationId="{2E888F49-1E86-B52B-0E4A-83A6AB106E39}"/>
          </ac:spMkLst>
        </pc:spChg>
        <pc:spChg chg="add mod">
          <ac:chgData name="Dhiraj Supe" userId="5bdb6d8abe3e0c9c" providerId="LiveId" clId="{DCFAF65B-3205-47A8-BC28-362A0FBA0BE6}" dt="2026-10-11T07:53:30.804" v="2845" actId="255"/>
          <ac:spMkLst>
            <pc:docMk/>
            <pc:sldMk cId="280749685" sldId="271"/>
            <ac:spMk id="4" creationId="{6F774CC9-BA9C-44FF-69C0-AA8DF8838305}"/>
          </ac:spMkLst>
        </pc:spChg>
        <pc:picChg chg="del">
          <ac:chgData name="Dhiraj Supe" userId="5bdb6d8abe3e0c9c" providerId="LiveId" clId="{DCFAF65B-3205-47A8-BC28-362A0FBA0BE6}" dt="2026-10-11T06:53:39.298" v="2739" actId="21"/>
          <ac:picMkLst>
            <pc:docMk/>
            <pc:sldMk cId="280749685" sldId="271"/>
            <ac:picMk id="6" creationId="{355FA4E2-9288-85FC-A554-5AFC93CDCF47}"/>
          </ac:picMkLst>
        </pc:picChg>
        <pc:picChg chg="add mod">
          <ac:chgData name="Dhiraj Supe" userId="5bdb6d8abe3e0c9c" providerId="LiveId" clId="{DCFAF65B-3205-47A8-BC28-362A0FBA0BE6}" dt="2026-10-11T07:52:37.120" v="2840" actId="14100"/>
          <ac:picMkLst>
            <pc:docMk/>
            <pc:sldMk cId="280749685" sldId="271"/>
            <ac:picMk id="7" creationId="{269BCBC3-F708-D9F7-44E6-E876C1E93567}"/>
          </ac:picMkLst>
        </pc:picChg>
        <pc:cxnChg chg="add mod">
          <ac:chgData name="Dhiraj Supe" userId="5bdb6d8abe3e0c9c" providerId="LiveId" clId="{DCFAF65B-3205-47A8-BC28-362A0FBA0BE6}" dt="2026-10-11T07:49:32.823" v="2819" actId="1076"/>
          <ac:cxnSpMkLst>
            <pc:docMk/>
            <pc:sldMk cId="280749685" sldId="271"/>
            <ac:cxnSpMk id="8" creationId="{B9083859-6753-0E1B-37D4-AB1FD6E0402A}"/>
          </ac:cxnSpMkLst>
        </pc:cxnChg>
      </pc:sldChg>
      <pc:sldChg chg="addSp delSp modSp add mod">
        <pc:chgData name="Dhiraj Supe" userId="5bdb6d8abe3e0c9c" providerId="LiveId" clId="{DCFAF65B-3205-47A8-BC28-362A0FBA0BE6}" dt="2026-10-11T07:53:19.435" v="2844" actId="207"/>
        <pc:sldMkLst>
          <pc:docMk/>
          <pc:sldMk cId="3865107143" sldId="272"/>
        </pc:sldMkLst>
        <pc:spChg chg="add mod">
          <ac:chgData name="Dhiraj Supe" userId="5bdb6d8abe3e0c9c" providerId="LiveId" clId="{DCFAF65B-3205-47A8-BC28-362A0FBA0BE6}" dt="2026-10-11T07:53:19.435" v="2844" actId="207"/>
          <ac:spMkLst>
            <pc:docMk/>
            <pc:sldMk cId="3865107143" sldId="272"/>
            <ac:spMk id="3" creationId="{F7072578-403F-9CDB-461D-8C267E8F92D2}"/>
          </ac:spMkLst>
        </pc:spChg>
        <pc:spChg chg="del">
          <ac:chgData name="Dhiraj Supe" userId="5bdb6d8abe3e0c9c" providerId="LiveId" clId="{DCFAF65B-3205-47A8-BC28-362A0FBA0BE6}" dt="2026-10-11T06:56:25.368" v="2749" actId="21"/>
          <ac:spMkLst>
            <pc:docMk/>
            <pc:sldMk cId="3865107143" sldId="272"/>
            <ac:spMk id="4" creationId="{762DE1CA-6577-5882-3A4F-F2A03CAF1965}"/>
          </ac:spMkLst>
        </pc:spChg>
        <pc:picChg chg="add mod">
          <ac:chgData name="Dhiraj Supe" userId="5bdb6d8abe3e0c9c" providerId="LiveId" clId="{DCFAF65B-3205-47A8-BC28-362A0FBA0BE6}" dt="2026-10-11T07:45:24.688" v="2786" actId="1076"/>
          <ac:picMkLst>
            <pc:docMk/>
            <pc:sldMk cId="3865107143" sldId="272"/>
            <ac:picMk id="6" creationId="{35182FB4-4AA2-8EC8-613C-AA7FA7D5A1F4}"/>
          </ac:picMkLst>
        </pc:picChg>
        <pc:picChg chg="del">
          <ac:chgData name="Dhiraj Supe" userId="5bdb6d8abe3e0c9c" providerId="LiveId" clId="{DCFAF65B-3205-47A8-BC28-362A0FBA0BE6}" dt="2026-10-11T06:56:27.533" v="2750" actId="21"/>
          <ac:picMkLst>
            <pc:docMk/>
            <pc:sldMk cId="3865107143" sldId="272"/>
            <ac:picMk id="7" creationId="{A70C6226-BEE2-D7CA-051C-58CB3FF7F4DE}"/>
          </ac:picMkLst>
        </pc:picChg>
        <pc:cxnChg chg="add mod">
          <ac:chgData name="Dhiraj Supe" userId="5bdb6d8abe3e0c9c" providerId="LiveId" clId="{DCFAF65B-3205-47A8-BC28-362A0FBA0BE6}" dt="2026-10-11T07:49:52.199" v="2821" actId="1076"/>
          <ac:cxnSpMkLst>
            <pc:docMk/>
            <pc:sldMk cId="3865107143" sldId="272"/>
            <ac:cxnSpMk id="8" creationId="{DD43E417-A29C-7402-222E-3CC74748EBA1}"/>
          </ac:cxnSpMkLst>
        </pc:cxnChg>
      </pc:sldChg>
      <pc:sldChg chg="addSp delSp modSp add mod">
        <pc:chgData name="Dhiraj Supe" userId="5bdb6d8abe3e0c9c" providerId="LiveId" clId="{DCFAF65B-3205-47A8-BC28-362A0FBA0BE6}" dt="2026-10-11T08:00:45.708" v="2925" actId="113"/>
        <pc:sldMkLst>
          <pc:docMk/>
          <pc:sldMk cId="2813850485" sldId="273"/>
        </pc:sldMkLst>
        <pc:spChg chg="mod">
          <ac:chgData name="Dhiraj Supe" userId="5bdb6d8abe3e0c9c" providerId="LiveId" clId="{DCFAF65B-3205-47A8-BC28-362A0FBA0BE6}" dt="2026-10-11T07:57:53.239" v="2876" actId="2710"/>
          <ac:spMkLst>
            <pc:docMk/>
            <pc:sldMk cId="2813850485" sldId="273"/>
            <ac:spMk id="3" creationId="{76251873-D914-7DCD-1F35-8A45C5830060}"/>
          </ac:spMkLst>
        </pc:spChg>
        <pc:spChg chg="add del mod">
          <ac:chgData name="Dhiraj Supe" userId="5bdb6d8abe3e0c9c" providerId="LiveId" clId="{DCFAF65B-3205-47A8-BC28-362A0FBA0BE6}" dt="2026-10-11T07:55:24.354" v="2857"/>
          <ac:spMkLst>
            <pc:docMk/>
            <pc:sldMk cId="2813850485" sldId="273"/>
            <ac:spMk id="7" creationId="{8853AD17-2527-BAA8-7C21-7229F54CB5B2}"/>
          </ac:spMkLst>
        </pc:spChg>
        <pc:spChg chg="add del mod">
          <ac:chgData name="Dhiraj Supe" userId="5bdb6d8abe3e0c9c" providerId="LiveId" clId="{DCFAF65B-3205-47A8-BC28-362A0FBA0BE6}" dt="2026-10-11T07:55:24.358" v="2859"/>
          <ac:spMkLst>
            <pc:docMk/>
            <pc:sldMk cId="2813850485" sldId="273"/>
            <ac:spMk id="8" creationId="{F5830925-34B4-3549-98C4-66E37E53F842}"/>
          </ac:spMkLst>
        </pc:spChg>
        <pc:spChg chg="add del mod">
          <ac:chgData name="Dhiraj Supe" userId="5bdb6d8abe3e0c9c" providerId="LiveId" clId="{DCFAF65B-3205-47A8-BC28-362A0FBA0BE6}" dt="2026-10-11T07:56:53.049" v="2873"/>
          <ac:spMkLst>
            <pc:docMk/>
            <pc:sldMk cId="2813850485" sldId="273"/>
            <ac:spMk id="9" creationId="{90EC0F57-E566-E440-DDCC-CFB737662AD5}"/>
          </ac:spMkLst>
        </pc:spChg>
        <pc:spChg chg="add mod">
          <ac:chgData name="Dhiraj Supe" userId="5bdb6d8abe3e0c9c" providerId="LiveId" clId="{DCFAF65B-3205-47A8-BC28-362A0FBA0BE6}" dt="2026-10-11T08:00:45.708" v="2925" actId="113"/>
          <ac:spMkLst>
            <pc:docMk/>
            <pc:sldMk cId="2813850485" sldId="273"/>
            <ac:spMk id="10" creationId="{B8944572-F5D7-AB27-C9F9-88F9A3E2DE8D}"/>
          </ac:spMkLst>
        </pc:spChg>
        <pc:picChg chg="del">
          <ac:chgData name="Dhiraj Supe" userId="5bdb6d8abe3e0c9c" providerId="LiveId" clId="{DCFAF65B-3205-47A8-BC28-362A0FBA0BE6}" dt="2026-10-11T07:43:56.398" v="2766" actId="21"/>
          <ac:picMkLst>
            <pc:docMk/>
            <pc:sldMk cId="2813850485" sldId="273"/>
            <ac:picMk id="5" creationId="{34499294-593A-72B3-5B11-FA7EF59684DC}"/>
          </ac:picMkLst>
        </pc:picChg>
        <pc:cxnChg chg="add mod">
          <ac:chgData name="Dhiraj Supe" userId="5bdb6d8abe3e0c9c" providerId="LiveId" clId="{DCFAF65B-3205-47A8-BC28-362A0FBA0BE6}" dt="2026-10-11T07:45:05.822" v="2785" actId="1076"/>
          <ac:cxnSpMkLst>
            <pc:docMk/>
            <pc:sldMk cId="2813850485" sldId="273"/>
            <ac:cxnSpMk id="6" creationId="{7425312C-17BC-E1BD-B0A5-7D7D153223C9}"/>
          </ac:cxnSpMkLst>
        </pc:cxnChg>
      </pc:sldChg>
      <pc:sldChg chg="modSp add mod">
        <pc:chgData name="Dhiraj Supe" userId="5bdb6d8abe3e0c9c" providerId="LiveId" clId="{DCFAF65B-3205-47A8-BC28-362A0FBA0BE6}" dt="2026-10-11T08:02:16.420" v="2931" actId="255"/>
        <pc:sldMkLst>
          <pc:docMk/>
          <pc:sldMk cId="1322186517" sldId="274"/>
        </pc:sldMkLst>
        <pc:spChg chg="mod">
          <ac:chgData name="Dhiraj Supe" userId="5bdb6d8abe3e0c9c" providerId="LiveId" clId="{DCFAF65B-3205-47A8-BC28-362A0FBA0BE6}" dt="2026-10-11T07:59:49.694" v="2919" actId="14100"/>
          <ac:spMkLst>
            <pc:docMk/>
            <pc:sldMk cId="1322186517" sldId="274"/>
            <ac:spMk id="3" creationId="{2DA86958-D326-D0AA-9481-BF034A105711}"/>
          </ac:spMkLst>
        </pc:spChg>
        <pc:spChg chg="mod">
          <ac:chgData name="Dhiraj Supe" userId="5bdb6d8abe3e0c9c" providerId="LiveId" clId="{DCFAF65B-3205-47A8-BC28-362A0FBA0BE6}" dt="2026-10-11T08:02:16.420" v="2931" actId="255"/>
          <ac:spMkLst>
            <pc:docMk/>
            <pc:sldMk cId="1322186517" sldId="274"/>
            <ac:spMk id="10" creationId="{2E498F19-D7BB-AB98-00CB-769D1FAD8727}"/>
          </ac:spMkLst>
        </pc:spChg>
      </pc:sldChg>
      <pc:sldChg chg="addSp delSp modSp add mod ord">
        <pc:chgData name="Dhiraj Supe" userId="5bdb6d8abe3e0c9c" providerId="LiveId" clId="{DCFAF65B-3205-47A8-BC28-362A0FBA0BE6}" dt="2026-10-11T08:05:21.617" v="2960" actId="207"/>
        <pc:sldMkLst>
          <pc:docMk/>
          <pc:sldMk cId="4033682834" sldId="275"/>
        </pc:sldMkLst>
        <pc:spChg chg="del mod">
          <ac:chgData name="Dhiraj Supe" userId="5bdb6d8abe3e0c9c" providerId="LiveId" clId="{DCFAF65B-3205-47A8-BC28-362A0FBA0BE6}" dt="2026-10-11T08:03:31.036" v="2938" actId="21"/>
          <ac:spMkLst>
            <pc:docMk/>
            <pc:sldMk cId="4033682834" sldId="275"/>
            <ac:spMk id="3" creationId="{E5527673-70DB-3774-7259-5D33B1C06A33}"/>
          </ac:spMkLst>
        </pc:spChg>
        <pc:spChg chg="add del mod">
          <ac:chgData name="Dhiraj Supe" userId="5bdb6d8abe3e0c9c" providerId="LiveId" clId="{DCFAF65B-3205-47A8-BC28-362A0FBA0BE6}" dt="2026-10-11T08:05:07.234" v="2959"/>
          <ac:spMkLst>
            <pc:docMk/>
            <pc:sldMk cId="4033682834" sldId="275"/>
            <ac:spMk id="4" creationId="{8919D318-5B16-85FC-2114-FFC4F59187A5}"/>
          </ac:spMkLst>
        </pc:spChg>
        <pc:spChg chg="add mod">
          <ac:chgData name="Dhiraj Supe" userId="5bdb6d8abe3e0c9c" providerId="LiveId" clId="{DCFAF65B-3205-47A8-BC28-362A0FBA0BE6}" dt="2026-10-11T08:05:21.617" v="2960" actId="207"/>
          <ac:spMkLst>
            <pc:docMk/>
            <pc:sldMk cId="4033682834" sldId="275"/>
            <ac:spMk id="5" creationId="{31A3C924-1186-62EB-C0E3-9A200233DE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B974-F415-55F7-E3A9-8380EA1F7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7173-2F26-9ABD-8B42-EF94AE672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99C5E-44B0-F2B1-0BD7-6F5B7BB2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64E15-6126-C472-4304-18D189AC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97A26-20D4-3570-5563-F4BC3D18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9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FD04F-01EA-31BE-A373-779554A0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6382E-9D70-6266-8155-3713177C6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C7EC8-B1F9-3FFE-AF8A-2B1C8B05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5D276-01D0-7C65-CBC0-D432AA9C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30F18-09E9-4BC2-DADF-3DC9E4DD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54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649A-3EDE-70B8-F011-5820FCAC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A29E3-DB55-489B-FD64-04E52CAF6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29BCD-8BB8-8A30-4CBE-C127F4FB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36C8-5671-E39A-3AE8-48549DF5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E068-BD38-8BCF-3BE9-804ADFA5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0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8E6F-5985-C788-26D7-B21190C3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9061-9470-8E7F-7FD4-DCF64A1FC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24827-DFC2-9FD4-9288-B2E1A3484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443E9-9824-B434-1A83-9185915F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3AE57-1D4E-DEB8-3194-85190AD3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26760-AE80-10D3-FD9D-7865729C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33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CA52-651A-90AB-88C9-F01F4594E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FCA00-4155-1440-9ACB-37B89FF08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97210-4235-B00D-E4AB-415B1C457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3F0A0-8D6A-5408-0A09-54FB16E9C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964DE-71A8-634F-63AB-CA3488380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24383-02CD-E77E-5538-FB523FA5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55B7A-D92F-0B85-E661-1A9D07CC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95BFF-EA92-CEAB-EBE4-62144D9B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CD45-E9A4-F82E-583D-B8F19E22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0A7AF-A217-DE86-3FF9-463DAD39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D3AFF-5265-F834-29F7-472F0FE7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89C74-A281-B2E6-FD06-267BAC4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91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9D20D-FCEA-F822-97F3-BF403D73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728BF9-A842-8516-4DDC-A598B926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936A4-64E8-DA63-FDB6-0FA0A416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52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08AA-E1A8-B870-02FE-6470F420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56E0-6AB1-7014-753B-E0D10C3D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8EBFB-7D2E-7769-9310-C7FEF3681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1A0FD-9DCE-2898-A5BB-13518EDD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D4F62-8523-3BD6-B578-B00693CD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3E626-02EC-CE8F-81FF-A9B744AC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11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1EB8-5D2F-4269-B24F-9B6DBB625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29EA4-208F-C857-B9B4-B6A6527C0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F6A2A-90BA-F81A-F544-03A650F58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56384-678F-EFAB-2D2B-7CD1B9EF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F4F86-210E-E212-485D-A2F61768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9CC96-47DA-2A0F-1904-46A6CD6A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2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B7B5-E866-844C-F384-68A4FF11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87F84-8FDF-EE4A-D757-A4E823A80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3178D-A11D-8E4E-D0AD-6EA4EBA8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8B5AC-0FF6-5FD7-455F-9520C283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0CA62-30D7-2BD6-48F7-D10BC2E8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0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DF52F-57FE-F429-5573-69BCF438B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5DC80-1B43-C613-AB33-3F214466E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8643F-2494-530D-22EC-72E933FA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CD62-52E1-478E-68A7-D2055ECF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F7B5-0D1E-D800-9303-0B3808EF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6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8C4F5-E546-BA01-7E08-91B2D406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9CC5E-93F2-C51E-1168-127BE623C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2468-5426-519C-DA48-6F30CF6DE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5290A-07DB-4983-92D0-9A493B611A0E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8C73D-5F71-82A6-731B-2E49D4D43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19007-9B72-19B1-F111-13F4262A3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CC622-2220-4004-A77C-3ABD46B65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56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6F4FDAF-7532-889C-E096-72964747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62" y="1739082"/>
            <a:ext cx="4167433" cy="1503739"/>
          </a:xfrm>
        </p:spPr>
        <p:txBody>
          <a:bodyPr>
            <a:noAutofit/>
          </a:bodyPr>
          <a:lstStyle/>
          <a:p>
            <a:r>
              <a:rPr lang="en-IN" sz="9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9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B7C7130E-B6AC-B615-9C9C-4E30CD458410}"/>
              </a:ext>
            </a:extLst>
          </p:cNvPr>
          <p:cNvSpPr txBox="1">
            <a:spLocks/>
          </p:cNvSpPr>
          <p:nvPr/>
        </p:nvSpPr>
        <p:spPr>
          <a:xfrm>
            <a:off x="2526384" y="3242821"/>
            <a:ext cx="6655324" cy="1066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Groce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ry </a:t>
            </a:r>
            <a:r>
              <a:rPr lang="en-IN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Datas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et </a:t>
            </a:r>
            <a:r>
              <a:rPr lang="en-IN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Analys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is</a:t>
            </a:r>
          </a:p>
        </p:txBody>
      </p:sp>
    </p:spTree>
    <p:extLst>
      <p:ext uri="{BB962C8B-B14F-4D97-AF65-F5344CB8AC3E}">
        <p14:creationId xmlns:p14="http://schemas.microsoft.com/office/powerpoint/2010/main" val="37935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D8743-A24B-C92C-D358-8B036337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AA88-5D40-8462-1AF6-192F83EC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D8BCAB-6975-FAA5-573F-1F8CF32FE4DF}"/>
              </a:ext>
            </a:extLst>
          </p:cNvPr>
          <p:cNvSpPr txBox="1">
            <a:spLocks/>
          </p:cNvSpPr>
          <p:nvPr/>
        </p:nvSpPr>
        <p:spPr>
          <a:xfrm>
            <a:off x="87548" y="641023"/>
            <a:ext cx="3472775" cy="641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STEPS IN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B79F8-073D-5E2F-B951-A20B8C22FAA1}"/>
              </a:ext>
            </a:extLst>
          </p:cNvPr>
          <p:cNvSpPr txBox="1"/>
          <p:nvPr/>
        </p:nvSpPr>
        <p:spPr>
          <a:xfrm>
            <a:off x="243192" y="1282047"/>
            <a:ext cx="5301574" cy="532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3AE11-EDEE-8F08-A53C-6D1677041B8A}"/>
              </a:ext>
            </a:extLst>
          </p:cNvPr>
          <p:cNvSpPr txBox="1"/>
          <p:nvPr/>
        </p:nvSpPr>
        <p:spPr>
          <a:xfrm>
            <a:off x="162129" y="1200983"/>
            <a:ext cx="5301574" cy="532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841C2-2108-67EE-D94E-06BB926DC998}"/>
              </a:ext>
            </a:extLst>
          </p:cNvPr>
          <p:cNvSpPr txBox="1"/>
          <p:nvPr/>
        </p:nvSpPr>
        <p:spPr>
          <a:xfrm>
            <a:off x="196174" y="1502033"/>
            <a:ext cx="67282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Requirement Gathering / Business Requirements.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Walkthrough.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Connections.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Quality Checks.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Modelling.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Processing.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DAX Calculations.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Layout.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Charts Developments and Formatting.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/ Report Development.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 Generation.</a:t>
            </a:r>
          </a:p>
        </p:txBody>
      </p:sp>
    </p:spTree>
    <p:extLst>
      <p:ext uri="{BB962C8B-B14F-4D97-AF65-F5344CB8AC3E}">
        <p14:creationId xmlns:p14="http://schemas.microsoft.com/office/powerpoint/2010/main" val="365624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9723-336F-64BB-63A3-39FE5C55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1F68F3-C6AA-41A9-7881-02344F4042E0}"/>
              </a:ext>
            </a:extLst>
          </p:cNvPr>
          <p:cNvSpPr txBox="1">
            <a:spLocks/>
          </p:cNvSpPr>
          <p:nvPr/>
        </p:nvSpPr>
        <p:spPr>
          <a:xfrm>
            <a:off x="87548" y="641023"/>
            <a:ext cx="4265236" cy="641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BUSINESS REQUIREMENTS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1A2A5-54EA-9757-C065-57619A05247F}"/>
              </a:ext>
            </a:extLst>
          </p:cNvPr>
          <p:cNvSpPr txBox="1"/>
          <p:nvPr/>
        </p:nvSpPr>
        <p:spPr>
          <a:xfrm>
            <a:off x="87548" y="1282046"/>
            <a:ext cx="12104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 conduct a comprehensive analysis of Blinkit’s sales performance, Customer Satisfaction and inventory distribution to Identify key insights and opportunities for optimization using various KPIs and visualization in Power BI.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5967C-DF86-B793-A1C4-DFE9319C93FD}"/>
              </a:ext>
            </a:extLst>
          </p:cNvPr>
          <p:cNvSpPr txBox="1"/>
          <p:nvPr/>
        </p:nvSpPr>
        <p:spPr>
          <a:xfrm>
            <a:off x="87548" y="2205376"/>
            <a:ext cx="4870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highlight>
                  <a:srgbClr val="0000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 KPI’s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09868-6AB2-DAA4-EE91-A7405BAABC36}"/>
              </a:ext>
            </a:extLst>
          </p:cNvPr>
          <p:cNvSpPr txBox="1"/>
          <p:nvPr/>
        </p:nvSpPr>
        <p:spPr>
          <a:xfrm>
            <a:off x="197962" y="3128705"/>
            <a:ext cx="7925193" cy="29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Sales :</a:t>
            </a: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overall Revenue generated from all items sold.</a:t>
            </a:r>
          </a:p>
          <a:p>
            <a:pPr marL="342900" indent="-342900">
              <a:lnSpc>
                <a:spcPct val="200000"/>
              </a:lnSpc>
              <a:buAutoNum type="arabicPeriod" startAt="2"/>
            </a:pPr>
            <a:r>
              <a:rPr lang="en-IN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Sales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: Average Revenue per Sale.</a:t>
            </a:r>
          </a:p>
          <a:p>
            <a:pPr marL="342900" indent="-342900">
              <a:lnSpc>
                <a:spcPct val="200000"/>
              </a:lnSpc>
              <a:buAutoNum type="arabicPeriod" startAt="3"/>
            </a:pPr>
            <a:r>
              <a:rPr lang="en-IN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Number of Items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: The Total Count of different Items sold.</a:t>
            </a:r>
          </a:p>
          <a:p>
            <a:pPr>
              <a:lnSpc>
                <a:spcPct val="200000"/>
              </a:lnSpc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4.   </a:t>
            </a:r>
            <a:r>
              <a:rPr lang="en-IN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Rating </a:t>
            </a:r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: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Average customer rating for items sold.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9E82D1-CA77-F77A-03A2-D9568AA86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493" y="3950785"/>
            <a:ext cx="4290432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4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AFEEA-5B47-789E-8271-D12D3AD6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E246-7A4E-4CF1-BC03-E3D6B8AC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834F3-D4B1-0A2E-DF1F-54DD634BFEA9}"/>
              </a:ext>
            </a:extLst>
          </p:cNvPr>
          <p:cNvSpPr txBox="1"/>
          <p:nvPr/>
        </p:nvSpPr>
        <p:spPr>
          <a:xfrm>
            <a:off x="509599" y="758394"/>
            <a:ext cx="1180451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 Total sales by FAT Content:</a:t>
            </a:r>
          </a:p>
          <a:p>
            <a:pPr lvl="1"/>
            <a:r>
              <a:rPr lang="en-IN" sz="11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</a:p>
          <a:p>
            <a:pPr lvl="1"/>
            <a:r>
              <a:rPr lang="en-IN" sz="2000" b="1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Analyse the impact of fat content on total sales.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Additional KPI metrics : Assess how other KPIs (Avg. sales, No. of items Avg. Rating) vary with fat content.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Donut Chart.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817AE-3CFE-652B-8090-63B3280D1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459" y="2821161"/>
            <a:ext cx="5423773" cy="40368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ADFBAA-C7D2-B3D1-1DFD-7B76B5EC82D7}"/>
              </a:ext>
            </a:extLst>
          </p:cNvPr>
          <p:cNvCxnSpPr/>
          <p:nvPr/>
        </p:nvCxnSpPr>
        <p:spPr>
          <a:xfrm>
            <a:off x="509599" y="1131217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686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C6C90-08DB-1F54-4182-2239C27D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36C0-3C33-4341-2BBB-5FB91669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2B0F7-879E-8B68-8C4C-C4EA0DFEF21E}"/>
              </a:ext>
            </a:extLst>
          </p:cNvPr>
          <p:cNvSpPr txBox="1"/>
          <p:nvPr/>
        </p:nvSpPr>
        <p:spPr>
          <a:xfrm>
            <a:off x="509049" y="754145"/>
            <a:ext cx="1180451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2. Total sales by Item Type:</a:t>
            </a:r>
          </a:p>
          <a:p>
            <a:endParaRPr lang="en-IN" sz="1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Identify the performance of different item types in terms of total sales.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Additional KPI metrics : Assess how other KPIs (Avg. sales, No. of items Avg. Rating) vary with fat content.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Bar Chart.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74B911-A052-CEC8-FA0B-85202B8F3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44" y="2765705"/>
            <a:ext cx="3520745" cy="409229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30B881-2E06-1634-C60C-A602A2B64613}"/>
              </a:ext>
            </a:extLst>
          </p:cNvPr>
          <p:cNvCxnSpPr/>
          <p:nvPr/>
        </p:nvCxnSpPr>
        <p:spPr>
          <a:xfrm>
            <a:off x="543221" y="1168925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34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A0676-B55D-5EBB-876F-15636977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EB60-32CF-9096-E6ED-201BBDAA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665AF-AF1B-6C0D-2E82-3E9A3E10700D}"/>
              </a:ext>
            </a:extLst>
          </p:cNvPr>
          <p:cNvSpPr txBox="1"/>
          <p:nvPr/>
        </p:nvSpPr>
        <p:spPr>
          <a:xfrm>
            <a:off x="509047" y="729243"/>
            <a:ext cx="1180451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3. FAT Content by Outlet for total sales:</a:t>
            </a:r>
          </a:p>
          <a:p>
            <a:endParaRPr lang="en-IN" sz="1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Compare total sales across different outlet segmented by Fat Content.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Additional KPI metrics : Assess how other KPIs (Avg. sales, No. of items Avg. Rating) vary with fat content.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Stacked Column Chart.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D19856-285B-74C7-0846-E2F65C65A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161" y="2441998"/>
            <a:ext cx="7213496" cy="432809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225ABF-6EF7-76DC-97FE-7A85706E8980}"/>
              </a:ext>
            </a:extLst>
          </p:cNvPr>
          <p:cNvCxnSpPr/>
          <p:nvPr/>
        </p:nvCxnSpPr>
        <p:spPr>
          <a:xfrm>
            <a:off x="509047" y="1121790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23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1B6EA-7100-FA97-00BC-7A68428F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8AD8-954D-AC88-19D0-E2BEA0AB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8D8F7-9E25-E008-1FE5-DFE5E985B696}"/>
              </a:ext>
            </a:extLst>
          </p:cNvPr>
          <p:cNvSpPr txBox="1"/>
          <p:nvPr/>
        </p:nvSpPr>
        <p:spPr>
          <a:xfrm>
            <a:off x="561386" y="707011"/>
            <a:ext cx="11804515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4. Total sales by Outlet Establishment:</a:t>
            </a:r>
          </a:p>
          <a:p>
            <a:endParaRPr lang="en-IN" sz="11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Evaluate how the Age or Type of outlet establishment influences total sales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Line Chart.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B262EF-5E34-BD6B-950D-287C1B825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397" y="2617668"/>
            <a:ext cx="9025204" cy="405379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A8D559-02F0-1D6C-9BF7-9C5F4AB77F35}"/>
              </a:ext>
            </a:extLst>
          </p:cNvPr>
          <p:cNvCxnSpPr/>
          <p:nvPr/>
        </p:nvCxnSpPr>
        <p:spPr>
          <a:xfrm>
            <a:off x="423900" y="1131217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2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D594C-5190-09E2-008E-5EB5EC89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D817-3C92-9511-B12D-6ACF078C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AD39D-C9FD-2FD2-6FCF-4438686EDE26}"/>
              </a:ext>
            </a:extLst>
          </p:cNvPr>
          <p:cNvSpPr txBox="1"/>
          <p:nvPr/>
        </p:nvSpPr>
        <p:spPr>
          <a:xfrm>
            <a:off x="585013" y="707011"/>
            <a:ext cx="11804515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5. Sales by Outlet Size:</a:t>
            </a:r>
          </a:p>
          <a:p>
            <a:endParaRPr lang="en-IN" sz="11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Analyse the  Correlation Between Outlet Size and Total Sales.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Donut / Pie Chart.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AA236-4383-02F4-A6A7-AB33AD236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621" y="2274540"/>
            <a:ext cx="6228755" cy="451123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4F14CF-1E42-9C7E-7AC8-62D76C88C705}"/>
              </a:ext>
            </a:extLst>
          </p:cNvPr>
          <p:cNvCxnSpPr/>
          <p:nvPr/>
        </p:nvCxnSpPr>
        <p:spPr>
          <a:xfrm>
            <a:off x="499621" y="1131216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48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57629-24B7-B22C-7CB3-1BA9FE79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AC12-135A-071D-B255-F7B952EC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74CC9-BA9C-44FF-69C0-AA8DF8838305}"/>
              </a:ext>
            </a:extLst>
          </p:cNvPr>
          <p:cNvSpPr txBox="1"/>
          <p:nvPr/>
        </p:nvSpPr>
        <p:spPr>
          <a:xfrm>
            <a:off x="575586" y="723812"/>
            <a:ext cx="1180451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6. Sales by Outlet Location:</a:t>
            </a:r>
          </a:p>
          <a:p>
            <a:endParaRPr lang="en-IN" sz="105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Assess the geographic distribution of sales across different locations.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Funnel Chart.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9BCBC3-F708-D9F7-44E6-E876C1E93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203" y="2130040"/>
            <a:ext cx="6697869" cy="472796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083859-6753-0E1B-37D4-AB1FD6E0402A}"/>
              </a:ext>
            </a:extLst>
          </p:cNvPr>
          <p:cNvCxnSpPr/>
          <p:nvPr/>
        </p:nvCxnSpPr>
        <p:spPr>
          <a:xfrm>
            <a:off x="420670" y="1093509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49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0FBEA-AD34-76E4-F37E-682D1517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3FC2-0BFB-94DD-96B3-BF72A1AA0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72578-403F-9CDB-461D-8C267E8F92D2}"/>
              </a:ext>
            </a:extLst>
          </p:cNvPr>
          <p:cNvSpPr txBox="1"/>
          <p:nvPr/>
        </p:nvSpPr>
        <p:spPr>
          <a:xfrm>
            <a:off x="570813" y="744718"/>
            <a:ext cx="1180451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7. All Metrics by Outlet Type:</a:t>
            </a:r>
          </a:p>
          <a:p>
            <a:endParaRPr lang="en-IN" sz="1100" b="1" dirty="0">
              <a:solidFill>
                <a:schemeClr val="accent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 : Provide a comprehensive view of all key metrics (Total sales, Avg. sales, No. of items Avg. Rating) broke 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down by different outlet types.</a:t>
            </a:r>
          </a:p>
          <a:p>
            <a:pPr lvl="1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Chart type : Metrics Card.</a:t>
            </a: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82FB4-4AA2-8EC8-613C-AA7FA7D5A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38" y="3016344"/>
            <a:ext cx="9712521" cy="329018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43E417-A29C-7402-222E-3CC74748EBA1}"/>
              </a:ext>
            </a:extLst>
          </p:cNvPr>
          <p:cNvCxnSpPr/>
          <p:nvPr/>
        </p:nvCxnSpPr>
        <p:spPr>
          <a:xfrm>
            <a:off x="570813" y="1187778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10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C6B07-E534-94AE-019F-6591E6AD8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12A1-9985-49F5-B00B-3287025BC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362032-9BA4-3756-4B9A-D1B161BD3687}"/>
              </a:ext>
            </a:extLst>
          </p:cNvPr>
          <p:cNvSpPr txBox="1">
            <a:spLocks/>
          </p:cNvSpPr>
          <p:nvPr/>
        </p:nvSpPr>
        <p:spPr>
          <a:xfrm>
            <a:off x="87548" y="641023"/>
            <a:ext cx="4601184" cy="641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POWER-BI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F7E39-7468-41C4-C97B-13EE5BD42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801" y="1199424"/>
            <a:ext cx="9868755" cy="557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0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9C523-328A-D377-17F5-F4EE6CCB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FAA4-557E-E2F1-27CC-D1CC48E7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251873-D914-7DCD-1F35-8A45C5830060}"/>
              </a:ext>
            </a:extLst>
          </p:cNvPr>
          <p:cNvSpPr txBox="1">
            <a:spLocks/>
          </p:cNvSpPr>
          <p:nvPr/>
        </p:nvSpPr>
        <p:spPr>
          <a:xfrm>
            <a:off x="398633" y="490194"/>
            <a:ext cx="4601184" cy="641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Key Takeaways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25312C-17BC-E1BD-B0A5-7D7D153223C9}"/>
              </a:ext>
            </a:extLst>
          </p:cNvPr>
          <p:cNvCxnSpPr/>
          <p:nvPr/>
        </p:nvCxnSpPr>
        <p:spPr>
          <a:xfrm>
            <a:off x="471340" y="1131217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944572-F5D7-AB27-C9F9-88F9A3E2DE8D}"/>
              </a:ext>
            </a:extLst>
          </p:cNvPr>
          <p:cNvSpPr txBox="1"/>
          <p:nvPr/>
        </p:nvSpPr>
        <p:spPr>
          <a:xfrm>
            <a:off x="471340" y="1282046"/>
            <a:ext cx="11161336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Low Fat products generated 776,319.69 in sales (64.60%), compared with 425,361.80 (35.40%) for Regular products.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Fruits and Vegetables generated the highest total sales at 178,124.08, contributing 14.82% of overall sales.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Supermarket Type1 generated the highest sales for both Low Fat (507,886.30) and Regular products (279,663.59).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Outlets associated with 2018 recorded the highest total sales: 204,522.26, approximately 17.02% of overall sales.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Medium-sized outlets generated the highest total sales: 507,895.74 (42.27%).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Tier 3 locations generated the highest sales at 472,133.03 (39.29%).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Supermarket Type1 dominates sales, contributing 787,549.89, or 65.54% of total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50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7A22C-E3F6-BF1E-819E-4C992E8E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63EB-BA89-EBA1-653D-03FA6780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A86958-D326-D0AA-9481-BF034A105711}"/>
              </a:ext>
            </a:extLst>
          </p:cNvPr>
          <p:cNvSpPr txBox="1">
            <a:spLocks/>
          </p:cNvSpPr>
          <p:nvPr/>
        </p:nvSpPr>
        <p:spPr>
          <a:xfrm>
            <a:off x="398633" y="490194"/>
            <a:ext cx="5870192" cy="641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Business Recommendations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7450EA-EC02-9DE5-486A-6E9565BE7526}"/>
              </a:ext>
            </a:extLst>
          </p:cNvPr>
          <p:cNvCxnSpPr/>
          <p:nvPr/>
        </p:nvCxnSpPr>
        <p:spPr>
          <a:xfrm>
            <a:off x="471340" y="1131217"/>
            <a:ext cx="10935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498F19-D7BB-AB98-00CB-769D1FAD8727}"/>
              </a:ext>
            </a:extLst>
          </p:cNvPr>
          <p:cNvSpPr txBox="1"/>
          <p:nvPr/>
        </p:nvSpPr>
        <p:spPr>
          <a:xfrm>
            <a:off x="471340" y="1282046"/>
            <a:ext cx="11720660" cy="585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Maintain strong availability of Low Fat products, given their substantial contribution to total sales.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Prioritize shelf availability and replenishment for Fruits and Vegetables and Snack Foods to protect their substantial sales contributions.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Ensure adequate inventory of both fat-content categories in Supermarket Type1 outlets, particularly for fast-moving products.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Investigate the factors behind the 2018 group's strong total sales, including assortment, outlet format, location, and customer demand.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Study the product mix, customer demand, and operational practices of Medium outlets to understand their large contribution to total sales.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Investigate the demand drivers in Tier 3 locations and assess whether similar product assortment strategies could work in other locations.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Protect Supermarket Type1's sales contribution through effective inventory management, replenishment, and monitoring of fast-moving products.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186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CDE514-2379-CBCA-2617-F48C5EA4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29DD-1C5B-60A0-B554-A3C6A758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3C924-1186-62EB-C0E3-9A200233DEA0}"/>
              </a:ext>
            </a:extLst>
          </p:cNvPr>
          <p:cNvSpPr txBox="1"/>
          <p:nvPr/>
        </p:nvSpPr>
        <p:spPr>
          <a:xfrm>
            <a:off x="4491872" y="2354295"/>
            <a:ext cx="3205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Qn</a:t>
            </a:r>
            <a:r>
              <a:rPr lang="en-IN" sz="96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33682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89C5A-2024-6F1C-3EB4-44966CDC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C13BC-61CB-8025-64C1-1D89AC99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44" y="0"/>
            <a:ext cx="4054311" cy="6410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644628-BA64-BDE5-3F40-550B2A0BDFF3}"/>
              </a:ext>
            </a:extLst>
          </p:cNvPr>
          <p:cNvSpPr txBox="1">
            <a:spLocks/>
          </p:cNvSpPr>
          <p:nvPr/>
        </p:nvSpPr>
        <p:spPr>
          <a:xfrm>
            <a:off x="2934660" y="2450968"/>
            <a:ext cx="8471990" cy="4213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400" b="1" dirty="0"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THANK</a:t>
            </a:r>
          </a:p>
          <a:p>
            <a:r>
              <a:rPr lang="en-IN" sz="64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	         </a:t>
            </a:r>
            <a:r>
              <a:rPr lang="en-IN" sz="6400" b="1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YOU…!!!</a:t>
            </a:r>
          </a:p>
          <a:p>
            <a:endParaRPr lang="en-IN" sz="6400" b="1" dirty="0">
              <a:solidFill>
                <a:schemeClr val="accent5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r>
              <a:rPr lang="en-IN" sz="64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		</a:t>
            </a:r>
          </a:p>
          <a:p>
            <a:pPr algn="ctr"/>
            <a:r>
              <a:rPr lang="en-IN" sz="6400" b="1" dirty="0">
                <a:solidFill>
                  <a:schemeClr val="accent5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58044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735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Segoe UI Black</vt:lpstr>
      <vt:lpstr>Segoe UI Semibold</vt:lpstr>
      <vt:lpstr>Wingdings</vt:lpstr>
      <vt:lpstr>Office Theme</vt:lpstr>
      <vt:lpstr>Blinkit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  <vt:lpstr>Blinkit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Dhiraj Supe</dc:creator>
  <cp:lastModifiedBy>Dhiraj Supe</cp:lastModifiedBy>
  <cp:revision>1</cp:revision>
  <dcterms:created xsi:type="dcterms:W3CDTF">2026-10-06T07:22:47Z</dcterms:created>
  <dcterms:modified xsi:type="dcterms:W3CDTF">2026-10-11T08:06:08Z</dcterms:modified>
</cp:coreProperties>
</file>